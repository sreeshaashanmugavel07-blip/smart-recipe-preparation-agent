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7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7" Type="http://customschemas.google.com/relationships/presentationmetadata" Target="metadata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jpeg" /><Relationship Id="rId4" Type="http://schemas.openxmlformats.org/officeDocument/2006/relationships/image" Target="../media/image3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7.jpeg" /><Relationship Id="rId4" Type="http://schemas.openxmlformats.org/officeDocument/2006/relationships/image" Target="../media/image6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409585896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 err="1"/>
                        <a:t>Sreeshaa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Shanmugavel</a:t>
                      </a:r>
                      <a:r>
                        <a:rPr lang="en-IN" dirty="0"/>
                        <a:t> 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sreeshaashanmugavel07@gmail.com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7448310640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b="1" dirty="0"/>
              <a:t>Food &amp; Nutrition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</a:t>
            </a:r>
            <a:r>
              <a:rPr lang="en-IN" sz="2400" b="1" dirty="0"/>
              <a:t> Smart Recipe Preparation Agent using IBM Granite and </a:t>
            </a:r>
            <a:r>
              <a:rPr lang="en-IN" sz="2400" b="1" dirty="0" err="1"/>
              <a:t>Watsonx</a:t>
            </a:r>
            <a:r>
              <a:rPr lang="en-IN" sz="2400" b="1" dirty="0"/>
              <a:t> Orchestrate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24029-01AB-623C-CE49-2181DE06D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998" y="3683879"/>
            <a:ext cx="1582912" cy="940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Nutrition Agent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IN" dirty="0"/>
              <a:t>Many people struggle to decide what meals they can prepare using the ingredients available at home. Recipe information is scattered across multiple sources, making meal preparation time-consuming. Users also need ingredient substitutions, dietary adjustments, and cooking guidance.</a:t>
            </a: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IN" dirty="0"/>
              <a:t>Build an AI-powered Recipe Preparation Agent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Accepts available ingredients from users.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Retrieves relevant recipes using RAG.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Generates step-by-step cooking instructions.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Suggests ingredient substitutions.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Provides cooking tips.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Supports dietary preferences and food restrictions.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Helps reduce food waste and save time.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
</a:t>
            </a:r>
            <a:r>
              <a:rPr lang="en-IN" dirty="0"/>
              <a:t>
IBM </a:t>
            </a:r>
            <a:r>
              <a:rPr lang="en-IN" dirty="0" err="1"/>
              <a:t>Watsonx</a:t>
            </a:r>
            <a:r>
              <a:rPr lang="en-IN" dirty="0"/>
              <a:t> Orchestrate
IBM Granite Model
Retrieval-Augmented Generation (RAG)
IBM Cloud </a:t>
            </a:r>
            <a:r>
              <a:rPr lang="en-IN" dirty="0" err="1"/>
              <a:t>Lite</a:t>
            </a:r>
            <a:r>
              <a:rPr lang="en-IN" dirty="0"/>
              <a:t>
Recipe Knowledge Base
</a:t>
            </a:r>
            <a:r>
              <a:rPr lang="en-IN" b="1" dirty="0"/>
              <a:t>
Development Approach
</a:t>
            </a:r>
            <a:r>
              <a:rPr lang="en-IN" dirty="0"/>
              <a:t>IBM </a:t>
            </a:r>
            <a:r>
              <a:rPr lang="en-IN" dirty="0" err="1"/>
              <a:t>Watsonx</a:t>
            </a:r>
            <a:r>
              <a:rPr lang="en-IN" dirty="0"/>
              <a:t> Orchestrate + IBM Granite Models + RAG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915758"/>
            <a:ext cx="10607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IN" dirty="0"/>
              <a:t>Smart Recipe Preparation Agent</a:t>
            </a:r>
          </a:p>
          <a:p>
            <a:endParaRPr lang="en-US" dirty="0"/>
          </a:p>
          <a:p>
            <a:r>
              <a:rPr lang="en-IN" dirty="0"/>
              <a:t>The proposed solution is an AI-powered Recipe Preparation Agent built using IBM </a:t>
            </a:r>
            <a:r>
              <a:rPr lang="en-IN" dirty="0" err="1"/>
              <a:t>Watsonx</a:t>
            </a:r>
            <a:r>
              <a:rPr lang="en-IN" dirty="0"/>
              <a:t> Orchestrate and IBM Granite Models.</a:t>
            </a:r>
          </a:p>
          <a:p>
            <a:r>
              <a:rPr lang="en-IN" dirty="0"/>
              <a:t>The system allows users to enter available ingredients, dietary preferences, and food restrictions. Using Retrieval-Augmented Generation (RAG), the agent retrieves relevant recipes from a recipe knowledge base and generates personalized cooking guidance.</a:t>
            </a:r>
          </a:p>
          <a:p>
            <a:r>
              <a:rPr lang="en-IN" dirty="0"/>
              <a:t>The solution provides:</a:t>
            </a:r>
          </a:p>
          <a:p>
            <a:r>
              <a:rPr lang="en-IN" dirty="0"/>
              <a:t>• Recipe Suggestions</a:t>
            </a:r>
            <a:br>
              <a:rPr lang="en-IN" dirty="0"/>
            </a:br>
            <a:r>
              <a:rPr lang="en-IN" dirty="0"/>
              <a:t>• Step-by-Step Cooking Instructions</a:t>
            </a:r>
            <a:br>
              <a:rPr lang="en-IN" dirty="0"/>
            </a:br>
            <a:r>
              <a:rPr lang="en-IN" dirty="0"/>
              <a:t>• Ingredient Substitutions</a:t>
            </a:r>
            <a:br>
              <a:rPr lang="en-IN" dirty="0"/>
            </a:br>
            <a:r>
              <a:rPr lang="en-IN" dirty="0"/>
              <a:t>• Cooking Tips</a:t>
            </a:r>
            <a:br>
              <a:rPr lang="en-IN" dirty="0"/>
            </a:br>
            <a:r>
              <a:rPr lang="en-IN" dirty="0"/>
              <a:t>• Dietary Adjustments</a:t>
            </a:r>
          </a:p>
          <a:p>
            <a:r>
              <a:rPr lang="en-IN" dirty="0"/>
              <a:t>The system helps users prepare meals efficiently while reducing food waste and improving the cooking experience.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–</a:t>
            </a:r>
            <a:r>
              <a:rPr lang="en-IN" sz="2400" b="1" dirty="0"/>
              <a:t> Smart Recipe Preparation Agent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0112-C077-31E7-2914-A60BA335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Components Used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B5A02-A823-4036-7768-4DA353F40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IN" sz="2000" b="1" dirty="0"/>
              <a:t>1) Chat Input
</a:t>
            </a:r>
            <a:r>
              <a:rPr lang="en-IN" sz="2000" dirty="0"/>
              <a:t>Allows users to enter available ingredients, dietary</a:t>
            </a:r>
            <a:r>
              <a:rPr lang="en-IN" sz="2000" b="1" dirty="0"/>
              <a:t> </a:t>
            </a:r>
            <a:r>
              <a:rPr lang="en-IN" sz="2000" dirty="0"/>
              <a:t>preferences</a:t>
            </a:r>
            <a:r>
              <a:rPr lang="en-IN" sz="2000" b="1" dirty="0"/>
              <a:t>, </a:t>
            </a:r>
            <a:r>
              <a:rPr lang="en-IN" sz="2000" dirty="0"/>
              <a:t>and</a:t>
            </a:r>
            <a:r>
              <a:rPr lang="en-IN" sz="2000" b="1" dirty="0"/>
              <a:t> </a:t>
            </a:r>
            <a:r>
              <a:rPr lang="en-IN" sz="2000" dirty="0"/>
              <a:t>food</a:t>
            </a:r>
            <a:r>
              <a:rPr lang="en-IN" sz="2000" b="1" dirty="0"/>
              <a:t> </a:t>
            </a:r>
            <a:r>
              <a:rPr lang="en-IN" sz="2000" dirty="0"/>
              <a:t>restrictions</a:t>
            </a:r>
            <a:r>
              <a:rPr lang="en-IN" sz="2000" b="1" dirty="0"/>
              <a:t>.
2) IBM </a:t>
            </a:r>
            <a:r>
              <a:rPr lang="en-IN" sz="2000" b="1" dirty="0" err="1"/>
              <a:t>Watsonx</a:t>
            </a:r>
            <a:r>
              <a:rPr lang="en-IN" sz="2000" b="1" dirty="0"/>
              <a:t> AI Agent
</a:t>
            </a:r>
            <a:r>
              <a:rPr lang="en-IN" sz="2000" dirty="0"/>
              <a:t>Processes user requests using IBM Granite Models.</a:t>
            </a:r>
            <a:r>
              <a:rPr lang="en-IN" sz="2000" b="1" dirty="0"/>
              <a:t>
3) IBM Granite Model
</a:t>
            </a:r>
            <a:r>
              <a:rPr lang="en-IN" sz="2000" dirty="0"/>
              <a:t>Granite 4.0 Instruct Model used for recipe generation</a:t>
            </a:r>
            <a:r>
              <a:rPr lang="en-IN" sz="2000" b="1" dirty="0"/>
              <a:t> </a:t>
            </a:r>
            <a:r>
              <a:rPr lang="en-IN" sz="2000" dirty="0"/>
              <a:t>and</a:t>
            </a:r>
            <a:r>
              <a:rPr lang="en-IN" sz="2000" b="1" dirty="0"/>
              <a:t> </a:t>
            </a:r>
            <a:r>
              <a:rPr lang="en-IN" sz="2000" dirty="0"/>
              <a:t>reasoning</a:t>
            </a:r>
            <a:r>
              <a:rPr lang="en-IN" sz="2000" b="1" dirty="0"/>
              <a:t>.
4) Knowledge Base
</a:t>
            </a:r>
            <a:r>
              <a:rPr lang="en-IN" sz="2000" dirty="0"/>
              <a:t>Stores recipe documents used for retrieval</a:t>
            </a:r>
            <a:r>
              <a:rPr lang="en-IN" sz="2000" b="1" dirty="0"/>
              <a:t>.</a:t>
            </a:r>
          </a:p>
          <a:p>
            <a:pPr marL="114300" indent="0">
              <a:buNone/>
            </a:pPr>
            <a:r>
              <a:rPr lang="en-IN" sz="2000" b="1" dirty="0"/>
              <a:t>5) RAG Retrieval</a:t>
            </a:r>
          </a:p>
          <a:p>
            <a:pPr marL="114300" indent="0">
              <a:buNone/>
            </a:pPr>
            <a:r>
              <a:rPr lang="en-IN" sz="2000" dirty="0"/>
              <a:t>Retrieves relevant recipes from uploaded recipe documents.</a:t>
            </a:r>
          </a:p>
          <a:p>
            <a:pPr marL="114300" indent="0">
              <a:buNone/>
            </a:pPr>
            <a:r>
              <a:rPr lang="en-IN" sz="2000" b="1" dirty="0"/>
              <a:t>6) Chat Output</a:t>
            </a:r>
          </a:p>
          <a:p>
            <a:pPr marL="114300" indent="0">
              <a:buNone/>
            </a:pPr>
            <a:r>
              <a:rPr lang="en-IN" sz="2000" dirty="0"/>
              <a:t>Displays recipe suggestions, cooking instructions, substitutions, and dietary adjustments.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81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IN" sz="2400" b="1" dirty="0">
                <a:sym typeface="Times New Roman"/>
              </a:rPr>
              <a:t>SCREENSHOT </a:t>
            </a:r>
            <a:endParaRPr sz="24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F53C3-83F8-2036-EA02-27CEDD84D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31" y="1713753"/>
            <a:ext cx="2682440" cy="45896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61E1B9-75F1-75A8-8BB8-123D39BCB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202" y="1807883"/>
            <a:ext cx="2989693" cy="44955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AF6FF6-3236-D408-C04B-9D1284E58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826" y="1807883"/>
            <a:ext cx="3468041" cy="449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1C1D967-A7D3-B5A6-5E3B-2079A542A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9" y="554317"/>
            <a:ext cx="3911370" cy="5505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DB6E8B-013A-EEA6-8E68-99CA9D0D1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722" y="554316"/>
            <a:ext cx="2943181" cy="55894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6ED8C3-8547-0A65-292E-A8567FE04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832" y="1713753"/>
            <a:ext cx="1154336" cy="34304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858226-6D6E-A2AC-7ADA-2FA08B8BF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6879" y="506651"/>
            <a:ext cx="1966698" cy="5844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Role of Agentic AI in Nutrition Agent</a:t>
            </a:r>
          </a:p>
          <a:p>
            <a:endParaRPr lang="en-IN" b="1" dirty="0"/>
          </a:p>
          <a:p>
            <a:endParaRPr lang="en-IN" b="1" dirty="0"/>
          </a:p>
          <a:p>
            <a:r>
              <a:rPr lang="en-IN" dirty="0" err="1"/>
              <a:t>Agentic</a:t>
            </a:r>
            <a:r>
              <a:rPr lang="en-IN" dirty="0"/>
              <a:t> AI enables the Recipe Preparation Agent to function as an intelligent cooking assistant rather than a traditional </a:t>
            </a:r>
            <a:r>
              <a:rPr lang="en-IN" dirty="0" err="1"/>
              <a:t>chatbot</a:t>
            </a:r>
            <a:r>
              <a:rPr lang="en-IN" dirty="0"/>
              <a:t>.
The agent retrieves recipe information from the knowledge base, understands user ingredients and dietary requirements, and generates personalized cooking recommendations.
Using IBM Granite and </a:t>
            </a:r>
            <a:r>
              <a:rPr lang="en-IN" dirty="0" err="1"/>
              <a:t>Watsonx</a:t>
            </a:r>
            <a:r>
              <a:rPr lang="en-IN" dirty="0"/>
              <a:t> Orchestrate, the system autonomously performs retrieval, reasoning, and response generation to deliver practical meal suggestions.
This makes the solution intelligent, context-aware, and user-centric.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IBM </a:t>
            </a:r>
            <a:r>
              <a:rPr lang="en-IN" sz="2400" b="1" dirty="0" err="1"/>
              <a:t>Watsonx</a:t>
            </a:r>
            <a:r>
              <a:rPr lang="en-IN" sz="2400" b="1" dirty="0"/>
              <a:t> Orchestrate</a:t>
            </a:r>
          </a:p>
          <a:p>
            <a:r>
              <a:rPr lang="en-IN" sz="2400" dirty="0"/>
              <a:t>Used to build and manage the AI agent workflow.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IBM Granite Model</a:t>
            </a:r>
          </a:p>
          <a:p>
            <a:r>
              <a:rPr lang="en-IN" sz="2400" dirty="0"/>
              <a:t>Used for recipe generation, reasoning, and personalized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IBM Cloud </a:t>
            </a:r>
            <a:r>
              <a:rPr lang="en-IN" sz="2400" b="1" dirty="0" err="1"/>
              <a:t>Lite</a:t>
            </a:r>
            <a:endParaRPr lang="en-IN" sz="2400" b="1" dirty="0"/>
          </a:p>
          <a:p>
            <a:r>
              <a:rPr lang="en-IN" sz="2400" dirty="0"/>
              <a:t>Provides cloud infrastructure and AI services.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Retrieval-Augmented Generation (RAG)</a:t>
            </a:r>
          </a:p>
          <a:p>
            <a:r>
              <a:rPr lang="en-IN" sz="2400" dirty="0"/>
              <a:t>Retrieves recipes from the knowledge base before generating responses.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Recipe Knowledge Base</a:t>
            </a:r>
          </a:p>
          <a:p>
            <a:r>
              <a:rPr lang="en-IN" sz="2400" dirty="0"/>
              <a:t>Stores recipes, substitutions, and cooking instructions.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Novelty and Uniqueness</a:t>
            </a:r>
          </a:p>
          <a:p>
            <a:r>
              <a:rPr lang="en-IN" b="1" dirty="0"/>
              <a:t>
AI-Powered Recipe Generation
</a:t>
            </a:r>
            <a:r>
              <a:rPr lang="en-IN" dirty="0"/>
              <a:t>Generates</a:t>
            </a:r>
            <a:r>
              <a:rPr lang="en-IN" b="1" dirty="0"/>
              <a:t> </a:t>
            </a:r>
            <a:r>
              <a:rPr lang="en-IN" dirty="0"/>
              <a:t>personalized</a:t>
            </a:r>
            <a:r>
              <a:rPr lang="en-IN" b="1" dirty="0"/>
              <a:t> </a:t>
            </a:r>
            <a:r>
              <a:rPr lang="en-IN" dirty="0"/>
              <a:t>recipes</a:t>
            </a:r>
            <a:r>
              <a:rPr lang="en-IN" b="1" dirty="0"/>
              <a:t> </a:t>
            </a:r>
            <a:r>
              <a:rPr lang="en-IN" dirty="0"/>
              <a:t>based</a:t>
            </a:r>
            <a:r>
              <a:rPr lang="en-IN" b="1" dirty="0"/>
              <a:t> </a:t>
            </a:r>
            <a:r>
              <a:rPr lang="en-IN" dirty="0"/>
              <a:t>on</a:t>
            </a:r>
            <a:r>
              <a:rPr lang="en-IN" b="1" dirty="0"/>
              <a:t> </a:t>
            </a:r>
            <a:r>
              <a:rPr lang="en-IN" dirty="0"/>
              <a:t>available</a:t>
            </a:r>
            <a:r>
              <a:rPr lang="en-IN" b="1" dirty="0"/>
              <a:t> </a:t>
            </a:r>
            <a:r>
              <a:rPr lang="en-IN" dirty="0"/>
              <a:t>ingredients</a:t>
            </a:r>
            <a:r>
              <a:rPr lang="en-IN" b="1" dirty="0"/>
              <a:t>.
RAG-Based Retrieval
</a:t>
            </a:r>
            <a:r>
              <a:rPr lang="en-IN" dirty="0"/>
              <a:t>Retrieves</a:t>
            </a:r>
            <a:r>
              <a:rPr lang="en-IN" b="1" dirty="0"/>
              <a:t> </a:t>
            </a:r>
            <a:r>
              <a:rPr lang="en-IN" dirty="0"/>
              <a:t>accurate</a:t>
            </a:r>
            <a:r>
              <a:rPr lang="en-IN" b="1" dirty="0"/>
              <a:t> </a:t>
            </a:r>
            <a:r>
              <a:rPr lang="en-IN" dirty="0"/>
              <a:t>recipe</a:t>
            </a:r>
            <a:r>
              <a:rPr lang="en-IN" b="1" dirty="0"/>
              <a:t> </a:t>
            </a:r>
            <a:r>
              <a:rPr lang="en-IN" dirty="0"/>
              <a:t>information</a:t>
            </a:r>
            <a:r>
              <a:rPr lang="en-IN" b="1" dirty="0"/>
              <a:t> </a:t>
            </a:r>
            <a:r>
              <a:rPr lang="en-IN" dirty="0"/>
              <a:t>from</a:t>
            </a:r>
            <a:r>
              <a:rPr lang="en-IN" b="1" dirty="0"/>
              <a:t> </a:t>
            </a:r>
            <a:r>
              <a:rPr lang="en-IN" dirty="0"/>
              <a:t>a</a:t>
            </a:r>
            <a:r>
              <a:rPr lang="en-IN" b="1" dirty="0"/>
              <a:t> </a:t>
            </a:r>
            <a:r>
              <a:rPr lang="en-IN" dirty="0"/>
              <a:t>knowledge</a:t>
            </a:r>
            <a:r>
              <a:rPr lang="en-IN" b="1" dirty="0"/>
              <a:t> </a:t>
            </a:r>
            <a:r>
              <a:rPr lang="en-IN" dirty="0"/>
              <a:t>base</a:t>
            </a:r>
            <a:r>
              <a:rPr lang="en-IN" b="1" dirty="0"/>
              <a:t>.
Personalized Dietary Adjustments
</a:t>
            </a:r>
            <a:r>
              <a:rPr lang="en-IN" dirty="0"/>
              <a:t>Supports</a:t>
            </a:r>
            <a:r>
              <a:rPr lang="en-IN" b="1" dirty="0"/>
              <a:t> </a:t>
            </a:r>
            <a:r>
              <a:rPr lang="en-IN" dirty="0"/>
              <a:t>dietary</a:t>
            </a:r>
            <a:r>
              <a:rPr lang="en-IN" b="1" dirty="0"/>
              <a:t> </a:t>
            </a:r>
            <a:r>
              <a:rPr lang="en-IN" dirty="0"/>
              <a:t>preferences</a:t>
            </a:r>
            <a:r>
              <a:rPr lang="en-IN" b="1" dirty="0"/>
              <a:t> </a:t>
            </a:r>
            <a:r>
              <a:rPr lang="en-IN" dirty="0"/>
              <a:t>and</a:t>
            </a:r>
            <a:r>
              <a:rPr lang="en-IN" b="1" dirty="0"/>
              <a:t> </a:t>
            </a:r>
            <a:r>
              <a:rPr lang="en-IN" dirty="0"/>
              <a:t>food</a:t>
            </a:r>
            <a:r>
              <a:rPr lang="en-IN" b="1" dirty="0"/>
              <a:t> </a:t>
            </a:r>
            <a:r>
              <a:rPr lang="en-IN" dirty="0"/>
              <a:t>restrictions</a:t>
            </a:r>
            <a:r>
              <a:rPr lang="en-IN" b="1" dirty="0"/>
              <a:t>.
Ingredient Substitution Support
</a:t>
            </a:r>
            <a:r>
              <a:rPr lang="en-IN" dirty="0"/>
              <a:t>Suggests</a:t>
            </a:r>
            <a:r>
              <a:rPr lang="en-IN" b="1" dirty="0"/>
              <a:t> </a:t>
            </a:r>
            <a:r>
              <a:rPr lang="en-IN" dirty="0"/>
              <a:t>alternatives</a:t>
            </a:r>
            <a:r>
              <a:rPr lang="en-IN" b="1" dirty="0"/>
              <a:t> </a:t>
            </a:r>
            <a:r>
              <a:rPr lang="en-IN" dirty="0"/>
              <a:t>when</a:t>
            </a:r>
            <a:r>
              <a:rPr lang="en-IN" b="1" dirty="0"/>
              <a:t> </a:t>
            </a:r>
            <a:r>
              <a:rPr lang="en-IN" dirty="0"/>
              <a:t>ingredients</a:t>
            </a:r>
            <a:r>
              <a:rPr lang="en-IN" b="1" dirty="0"/>
              <a:t> </a:t>
            </a:r>
            <a:r>
              <a:rPr lang="en-IN" dirty="0"/>
              <a:t>are</a:t>
            </a:r>
            <a:r>
              <a:rPr lang="en-IN" b="1" dirty="0"/>
              <a:t> </a:t>
            </a:r>
            <a:r>
              <a:rPr lang="en-IN" dirty="0"/>
              <a:t>unavailable</a:t>
            </a:r>
            <a:r>
              <a:rPr lang="en-IN" b="1" dirty="0"/>
              <a:t>.</a:t>
            </a:r>
          </a:p>
          <a:p>
            <a:endParaRPr lang="en-IN" b="1" dirty="0"/>
          </a:p>
          <a:p>
            <a:r>
              <a:rPr lang="en-IN" b="1" dirty="0"/>
              <a:t>Food Waste </a:t>
            </a:r>
            <a:r>
              <a:rPr lang="en-IN" b="1" dirty="0" err="1"/>
              <a:t>Reductio</a:t>
            </a:r>
            <a:endParaRPr lang="en-IN" b="1" dirty="0"/>
          </a:p>
          <a:p>
            <a:r>
              <a:rPr lang="en-IN" dirty="0"/>
              <a:t>Encourages the use of existing ingredients.</a:t>
            </a:r>
          </a:p>
          <a:p>
            <a:endParaRPr lang="en-IN" dirty="0"/>
          </a:p>
          <a:p>
            <a:r>
              <a:rPr lang="en-IN" b="1" dirty="0"/>
              <a:t>Intelligent Cooking Assistance</a:t>
            </a:r>
          </a:p>
          <a:p>
            <a:r>
              <a:rPr lang="en-IN" dirty="0"/>
              <a:t>Provides step-by-step instructions and cooking tips.</a:t>
            </a:r>
          </a:p>
          <a:p>
            <a:r>
              <a:rPr lang="en-IN" dirty="0"/>
              <a:t>The solution acts as a smart AI cooking assistant rather than a simple recipe search tool.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1393947"/>
            <a:ext cx="9622594" cy="2538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https://github.com/sreeshaashanmugavel07-blip/Smart-Recipe-Preparation-Agent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1733176"/>
            <a:ext cx="7468553" cy="342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087241" y="8068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992094" y="769529"/>
            <a:ext cx="10745694" cy="5005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IN" sz="1850" b="1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Nutrition Analysis
Provide calorie, protein, carbohydrate, and vitamin information for generated recipes.
2. Voice-Based Assistant
Allow users to interact using voice commands.
3. Multi-Cuisine Support
Support Indian, Chinese, Italian, and other cuisines.
4. Smart Grocery Suggestions
Recommend missing ingredients and shopping lists.
5. Mobile Application
Develop Android and iOS versions for wider accessibility.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2951901" y="2271024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1423</Words>
  <Application>Microsoft Office PowerPoint</Application>
  <PresentationFormat>Widescreen</PresentationFormat>
  <Paragraphs>125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Components Used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sreeshaa shanmugavel</cp:lastModifiedBy>
  <cp:revision>23</cp:revision>
  <dcterms:created xsi:type="dcterms:W3CDTF">2025-07-08T05:06:56Z</dcterms:created>
  <dcterms:modified xsi:type="dcterms:W3CDTF">2026-06-05T18:26:25Z</dcterms:modified>
</cp:coreProperties>
</file>